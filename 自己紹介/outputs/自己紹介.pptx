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2eb88b6ec94a7d" /><Relationship Type="http://schemas.openxmlformats.org/officeDocument/2006/relationships/extended-properties" Target="/docProps/app.xml" Id="R571d28d7308b4b61" /><Relationship Type="http://schemas.openxmlformats.org/officeDocument/2006/relationships/officeDocument" Target="/ppt/presentation.xml" Id="R64df042d85824c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19077de2fc4756"/>
  </p:sldMasterIdLst>
  <p:notesMasterIdLst>
    <p:notesMasterId xmlns:r="http://schemas.openxmlformats.org/officeDocument/2006/relationships" r:id="Rf4df9f49a7504549"/>
  </p:notesMasterIdLst>
  <p:sldIdLst>
    <p:sldId xmlns:r="http://schemas.openxmlformats.org/officeDocument/2006/relationships" id="256" r:id="R8da283a37d4e4326"/>
    <p:sldId xmlns:r="http://schemas.openxmlformats.org/officeDocument/2006/relationships" id="257" r:id="Rada832d4d45d471e"/>
    <p:sldId xmlns:r="http://schemas.openxmlformats.org/officeDocument/2006/relationships" id="258" r:id="Rc1c1581a75b14d29"/>
    <p:sldId xmlns:r="http://schemas.openxmlformats.org/officeDocument/2006/relationships" id="259" r:id="Rb371e9ad90264d9f"/>
    <p:sldId xmlns:r="http://schemas.openxmlformats.org/officeDocument/2006/relationships" id="260" r:id="Rcde87864f4de407b"/>
    <p:sldId xmlns:r="http://schemas.openxmlformats.org/officeDocument/2006/relationships" id="261" r:id="R2a37981b02fb47c9"/>
    <p:sldId xmlns:r="http://schemas.openxmlformats.org/officeDocument/2006/relationships" id="262" r:id="R5cc9eaabfaf54a9e"/>
    <p:sldId xmlns:r="http://schemas.openxmlformats.org/officeDocument/2006/relationships" id="263" r:id="Rf71bdb1a12514c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6ffce347724442" /><Relationship Type="http://schemas.openxmlformats.org/officeDocument/2006/relationships/slideMaster" Target="/ppt/slideMasters/slideMaster1.xml" Id="Rd319077de2fc4756" /><Relationship Type="http://schemas.openxmlformats.org/officeDocument/2006/relationships/notesMaster" Target="/ppt/notesMasters/notesMaster1.xml" Id="Rf4df9f49a7504549" /><Relationship Type="http://schemas.openxmlformats.org/officeDocument/2006/relationships/presProps" Target="/ppt/presProps.xml" Id="R724fbf7c521a41e9" /><Relationship Type="http://schemas.openxmlformats.org/officeDocument/2006/relationships/tableStyles" Target="/ppt/tableStyles.xml" Id="Rb350fe733b474aed" /><Relationship Type="http://schemas.openxmlformats.org/officeDocument/2006/relationships/slide" Target="/ppt/slides/slide1.xml" Id="R8da283a37d4e4326" /><Relationship Type="http://schemas.openxmlformats.org/officeDocument/2006/relationships/slide" Target="/ppt/slides/slide2.xml" Id="Rada832d4d45d471e" /><Relationship Type="http://schemas.openxmlformats.org/officeDocument/2006/relationships/slide" Target="/ppt/slides/slide3.xml" Id="Rc1c1581a75b14d29" /><Relationship Type="http://schemas.openxmlformats.org/officeDocument/2006/relationships/slide" Target="/ppt/slides/slide4.xml" Id="Rb371e9ad90264d9f" /><Relationship Type="http://schemas.openxmlformats.org/officeDocument/2006/relationships/slide" Target="/ppt/slides/slide5.xml" Id="Rcde87864f4de407b" /><Relationship Type="http://schemas.openxmlformats.org/officeDocument/2006/relationships/slide" Target="/ppt/slides/slide6.xml" Id="R2a37981b02fb47c9" /><Relationship Type="http://schemas.openxmlformats.org/officeDocument/2006/relationships/slide" Target="/ppt/slides/slide7.xml" Id="R5cc9eaabfaf54a9e" /><Relationship Type="http://schemas.openxmlformats.org/officeDocument/2006/relationships/slide" Target="/ppt/slides/slide8.xml" Id="Rf71bdb1a12514c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688c3c918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9d243e70394b6d" /><Relationship Type="http://schemas.openxmlformats.org/officeDocument/2006/relationships/notesMaster" Target="/ppt/notesMasters/notesMaster1.xml" Id="R930789cb99f144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e7bc3f90e14076" /><Relationship Type="http://schemas.openxmlformats.org/officeDocument/2006/relationships/notesMaster" Target="/ppt/notesMasters/notesMaster1.xml" Id="Rb47bb2c0d81f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2495ed026040db" /><Relationship Type="http://schemas.openxmlformats.org/officeDocument/2006/relationships/notesMaster" Target="/ppt/notesMasters/notesMaster1.xml" Id="R57e82643810d45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c2545c42d84c41" /><Relationship Type="http://schemas.openxmlformats.org/officeDocument/2006/relationships/notesMaster" Target="/ppt/notesMasters/notesMaster1.xml" Id="R4b3f852adc3c4e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ed8efb53e04acc" /><Relationship Type="http://schemas.openxmlformats.org/officeDocument/2006/relationships/notesMaster" Target="/ppt/notesMasters/notesMaster1.xml" Id="R6a4c5bce0d0a4f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1f7dcbfd4e4de8" /><Relationship Type="http://schemas.openxmlformats.org/officeDocument/2006/relationships/notesMaster" Target="/ppt/notesMasters/notesMaster1.xml" Id="Rc6325cc0ba0e43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33c548d73a4788" /><Relationship Type="http://schemas.openxmlformats.org/officeDocument/2006/relationships/notesMaster" Target="/ppt/notesMasters/notesMaster1.xml" Id="Rcf412c0de58342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fbaf1f3b3e4ad8" /><Relationship Type="http://schemas.openxmlformats.org/officeDocument/2006/relationships/notesMaster" Target="/ppt/notesMasters/notesMaster1.xml" Id="R41db72158d0a4d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78083dede45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ce060d06f4493e" /><Relationship Type="http://schemas.openxmlformats.org/officeDocument/2006/relationships/slideLayout" Target="/ppt/slideLayouts/slideLayout1.xml" Id="R7f20fbe7a71e46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20fbe7a71e46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749e6a4414a2d" /><Relationship Type="http://schemas.openxmlformats.org/officeDocument/2006/relationships/notesSlide" Target="/ppt/notesSlides/notesSlide1.xml" Id="R4a0dbd3224eb49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3a61bc9c94484" /><Relationship Type="http://schemas.openxmlformats.org/officeDocument/2006/relationships/notesSlide" Target="/ppt/notesSlides/notesSlide2.xml" Id="R84fba171c6c94b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bda3ff8f14c11" /><Relationship Type="http://schemas.openxmlformats.org/officeDocument/2006/relationships/notesSlide" Target="/ppt/notesSlides/notesSlide3.xml" Id="R009638843a5b4f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c331e6717428d" /><Relationship Type="http://schemas.openxmlformats.org/officeDocument/2006/relationships/notesSlide" Target="/ppt/notesSlides/notesSlide4.xml" Id="R946156c05ad842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cb22939034891" /><Relationship Type="http://schemas.openxmlformats.org/officeDocument/2006/relationships/notesSlide" Target="/ppt/notesSlides/notesSlide5.xml" Id="R0b17932c31e94d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121ddef504468" /><Relationship Type="http://schemas.openxmlformats.org/officeDocument/2006/relationships/notesSlide" Target="/ppt/notesSlides/notesSlide6.xml" Id="Rf8a8ac9cb9694c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abefa0be2470e" /><Relationship Type="http://schemas.openxmlformats.org/officeDocument/2006/relationships/notesSlide" Target="/ppt/notesSlides/notesSlide7.xml" Id="R66012e65f6114c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27779bb9d49b9" /><Relationship Type="http://schemas.openxmlformats.org/officeDocument/2006/relationships/notesSlide" Target="/ppt/notesSlides/notesSlide8.xml" Id="Rdfe7618b696841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F307B-9D18-4052-B5DC-D673EE6E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田中博悠 / tanahiro2010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81DEA-297B-45FA-98EC-88918EF5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5B4D2-BCC9-4FE9-88F8-42F3AC6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作る、調べる、つなげる高校生エンジニア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D3CB6-FE42-489B-9BB4-A4781B85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三田学園高等学校 1年生</a:t>
            </a:r>
          </a:p>
          <a:p xmlns:a="http://schemas.openxmlformats.org/drawingml/2006/main">
            <a:pPr algn="l"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TypeScript / Web / CLI / AI Agent /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0249F-0B46-4B2D-BE2E-EAF29DEB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00100"/>
            <a:ext cx="2381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A9D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CE942-ECD8-4982-9A55-4B7C008B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180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Build</a:t>
            </a:r>
          </a:p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Ship</a:t>
            </a:r>
          </a:p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Learn</a:t>
            </a:r>
          </a:p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Iterate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4B279-66C0-4CEF-B4B8-624A59D1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自己紹介 / tanahiro2010    1</a:t>
            </a:r>
          </a:p>
        </p:txBody>
      </p:sp>
    </p:spTree>
    <p:extLst>
      <p:ext uri="{BB962C8B-B14F-4D97-AF65-F5344CB8AC3E}">
        <p14:creationId xmlns:p14="http://schemas.microsoft.com/office/powerpoint/2010/main" val="1449028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AD992-A0AD-43A0-8339-5AF585A7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ひとことで言うと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C732F-DDE1-4A54-8338-450A2535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WebアプリやCLIツールを作りながら、AI Agent連携やセキュリティにも踏み込んでいます。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C5376-11DD-4DDA-B201-49CAA5D6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D479A-A2DB-4481-A14D-5BE85311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TypeScript中心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7E8CE-9A93-4AA5-8F08-7D1FE26A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個人開発の主軸。Webからローカルツールまで。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5E91F-F678-4EC5-BBBD-FD7A959B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86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1139E-7EA4-4A24-AF37-54A48CFF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CLI / Tooling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08B4D-0B5C-4F3B-B8FE-0E0CEF46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最近は開発支援やAgent連携などローカル寄り。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A3256-FB74-493C-BE7D-B4D0BF4A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500A5-1DAF-40ED-BC78-176F1DF2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OSS / 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F3BD0-2FD9-4BAD-92D6-9F0EC0B7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コードを読む、報告する、学びを教材化する。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04870-EE7D-45F8-94D4-405DFACC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自己紹介 / tanahiro2010    2</a:t>
            </a:r>
          </a:p>
        </p:txBody>
      </p:sp>
    </p:spTree>
    <p:extLst>
      <p:ext uri="{BB962C8B-B14F-4D97-AF65-F5344CB8AC3E}">
        <p14:creationId xmlns:p14="http://schemas.microsoft.com/office/powerpoint/2010/main" val="1855728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4E5DC-6BCE-462C-8861-3AD327F5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</a:defRPr>
            </a:pPr>
            <a:r>
              <a:rPr sz="2775" b="1">
                <a:solidFill>
                  <a:srgbClr val="000000"/>
                </a:solidFill>
              </a:rPr>
              <a:t>活動領域は「作る」から「場を作る」まで広がっています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B7202-635D-4621-9443-6F276C79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DD2DC-0A93-4A47-945C-079E5BA7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CLI / Tooling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FF6B6-7363-4C70-A75E-07F5EE6C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906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開発支援ツール、ローカルツール、ブラウザ拡張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BC932-489D-4AF5-9AE8-EBBEE5BA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879EE-D8F4-44DA-BA4D-5F39A39B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Web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93690-6B01-44C0-B47E-4359409A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React / Next.js / Hono / Cloudflare Workers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6320E-5EDC-476E-8394-9BF6424E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969B0-EA27-442B-BC8E-259F4025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AI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773FB-3AB8-497F-B8D9-FB3962B3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WebMCP、Google ADK、A2A連携の実験とハンズオン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5A925-E34C-40D3-833C-1EA1B7BD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E26FB-7C80-494C-B021-34910817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8FDEF-2016-4482-9BB8-B150693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481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OSS / Webサービスの脆弱性調査、報告、教材制作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9D088-F289-42FE-9C7C-48690BD0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6CDFC-DBD3-4F9D-A357-C7FEF70F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Community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378D8-5893-43E6-BECE-E6FB839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672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GDG Greater Kansaiでのイベント運営・ハンズオン制作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8C338-9A7C-4435-A683-942A8E59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自己紹介 / tanahiro2010    3</a:t>
            </a:r>
          </a:p>
        </p:txBody>
      </p:sp>
    </p:spTree>
    <p:extLst>
      <p:ext uri="{BB962C8B-B14F-4D97-AF65-F5344CB8AC3E}">
        <p14:creationId xmlns:p14="http://schemas.microsoft.com/office/powerpoint/2010/main" val="1631103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0EDD1-8C13-4EF7-8B2F-3C3A4871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技術スタック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7C27B-00BB-408B-A1E4-85A7E984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TypeScript / JavaScriptを中心に、必要な場所へ広げていくタイプです。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2B7F6-6467-43C5-846F-6D94FE63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57A05-99E8-488D-B392-976936CD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F25B4-1827-4272-BDC6-C6A00104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React</a:t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Next.js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E956F-042B-43FE-990D-5EF7341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43125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FC158-B641-4BED-87BA-11F38D7D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Backend /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88DFF-0D90-4714-92D0-08B332D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4800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Hono</a:t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Cloudflare Workers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BEEBE-554A-4F00-A0C5-3ED6253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43125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85D34-E741-4372-AFC1-A2DE8549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288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Desktop /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5B02D-8FFB-4C58-B94C-5061FEBE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Tauri</a:t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028C7-D5D1-438A-9064-FE9885B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43125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14554-F9FB-4C3B-A7AA-F5DACD44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288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2554D-9F75-4D7F-B060-8D819F3B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Go</a:t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8004C-2FE5-4D6A-98BE-83C86E67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関心: Agent連携 / 開発体験 / セキュリティ / 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9C62F-0551-42BA-9727-220EA694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自己紹介 / tanahiro2010    4</a:t>
            </a:r>
          </a:p>
        </p:txBody>
      </p:sp>
    </p:spTree>
    <p:extLst>
      <p:ext uri="{BB962C8B-B14F-4D97-AF65-F5344CB8AC3E}">
        <p14:creationId xmlns:p14="http://schemas.microsoft.com/office/powerpoint/2010/main" val="1483893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EE7E2-FFB0-46A8-893E-93F4E7BF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最近つくっているもの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149AB-5DA0-4632-998A-3A49943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F273E-0325-4487-BA84-1830139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287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A5BEF-337D-4017-8DC8-0A774D30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5716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WebMCPとAI Agentを連携するCLI・ブラウザ拡張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E44D2-F146-4B11-A0B7-74BEA743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BC791-4AA6-4F73-ADD3-C87CDF95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43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6F83F-6E80-4FBD-AE48-BCA62EED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860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学校向け統合認証基盤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EEA3B-0F41-421B-A8F1-EC47C4A2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92783-2254-46E3-961D-8AE51BF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75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EA342-2AD5-4275-84D8-03FE4EA5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004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Google ADK・A2Aを使ったAI Agentハンズオン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F1A55-CAE1-4E83-815D-84350BF9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D1B0C-2E9D-4037-A783-B89C459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9D3B8-5A52-49F7-8D18-9B5976C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148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SQLインジェクション講義用の教材・デモ環境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F54AF-74D9-437D-BB59-415378E2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「実際に動くもの」に落とし込むところまでやるのが好きです。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0AE2C-D902-425C-AE36-1D212A1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自己紹介 / tanahiro2010    5</a:t>
            </a:r>
          </a:p>
        </p:txBody>
      </p:sp>
    </p:spTree>
    <p:extLst>
      <p:ext uri="{BB962C8B-B14F-4D97-AF65-F5344CB8AC3E}">
        <p14:creationId xmlns:p14="http://schemas.microsoft.com/office/powerpoint/2010/main" val="1749262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CB8FB-816A-4D0D-B8D6-ABCD2799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公開情報から見える軸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C25C8-D4C2-4C0B-BB8B-5F3698AA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A9DD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E40D4-E407-4726-BC8A-8934EED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GitHub: tanahiro2010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EEA71-D351-40B7-B54B-80127504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15 y/o. Student Full-Stack Engineer / Scenario Writer.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Web / API / Discord Bot / 自動化など幅広い実験。</a:t>
            </a:r>
          </a:p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リポジトリ数は100件規模。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98800-CD40-4B46-AFB5-E1833D94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71625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外から見える活動と、今回のプロフィールを重ねると、中心にあるのは Webフルスタック・開発体験・自動化・コミュニティです。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72C2D-CB22-4457-9309-AF6EDC5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57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公開情報は補助情報として整理し、最新の活動内容は本人プロフィールを優先しています。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A00F9-9BAA-433B-B67E-6AFC68E4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自己紹介 / tanahiro2010    6</a:t>
            </a:r>
          </a:p>
        </p:txBody>
      </p:sp>
    </p:spTree>
    <p:extLst>
      <p:ext uri="{BB962C8B-B14F-4D97-AF65-F5344CB8AC3E}">
        <p14:creationId xmlns:p14="http://schemas.microsoft.com/office/powerpoint/2010/main" val="743199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67CA2-2DBC-40EF-A5B5-C7939EDC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作るだけでは終わらない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C0AA0-6C38-4233-8B16-F3CA789E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9725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11090-3CB1-409B-825A-969DF71C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240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OSSのコードを読み、脆弱性や改善点を探す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E61DB-5C00-4C17-B92F-25A73D60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1B917-3E47-4FBA-BE28-A327A66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報告やフィードバックを通じて開発者と関わる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1B805-F30B-4428-BC86-96E2264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567A4-76DB-491E-A7E1-76323D4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ハンズオンや講義資料として、学びを他の人に渡す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F5247-973C-4A97-BCBD-CD87987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4325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E8BDA-DDC6-4D92-B6C1-006F5A67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イベント運営側として、学ぶ場そのものを作る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9AC98-C22B-4017-9410-FEFCCDF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自己紹介 / tanahiro2010    7</a:t>
            </a:r>
          </a:p>
        </p:txBody>
      </p:sp>
    </p:spTree>
    <p:extLst>
      <p:ext uri="{BB962C8B-B14F-4D97-AF65-F5344CB8AC3E}">
        <p14:creationId xmlns:p14="http://schemas.microsoft.com/office/powerpoint/2010/main" val="335479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5D22A-D76B-4F7F-95A4-B5792E6C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話しかけてもらえると嬉しいこと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0C966-004E-4F9E-B93D-65ECDC4B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CBB4D-47F9-4A1C-BB54-DC808BF6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24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CLI・開発支援ツール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33B06-1C2D-49A0-9ED5-C992D404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42A89-35A7-4020-976E-5537158E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24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AI Agent / MCP / A2A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6BA2A-7D4B-41B4-9EEC-EC796B57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8F7AD-8E03-473A-9BBB-11ECAB78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0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TypeScript / Workers / Tauri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A98A1-6751-47E5-966A-FF3BA726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479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7049B-0EBA-4088-AE56-1E210750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セキュリティリサーチ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CD3EA-78A8-4768-B2BE-E08021A9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1CF21-7B0F-4D49-B4B9-ED7CC754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学生エンジニアの活動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92CA7-F42F-4A9F-AE51-E7D4DDD1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242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A580D-5A6F-4C46-95BC-D186B850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コミュニティ参加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CF9E3-E118-4581-858C-07CC9114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今日はよろしくお願いします。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42D5D-9660-4B77-BABD-D9BED73D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自己紹介 / tanahiro2010    8</a:t>
            </a:r>
          </a:p>
        </p:txBody>
      </p:sp>
    </p:spTree>
    <p:extLst>
      <p:ext uri="{BB962C8B-B14F-4D97-AF65-F5344CB8AC3E}">
        <p14:creationId xmlns:p14="http://schemas.microsoft.com/office/powerpoint/2010/main" val="1868787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2026-07-17T06:13:15.0960000Z</dcterms:created>
  <dcterms:modified xsi:type="dcterms:W3CDTF">2026-07-17T06:13:15.0960000Z</dcterms:modified>
</coreProperties>
</file>